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2588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MARATONA TECH 2026</a:t>
            </a:r>
          </a:p>
          <a:p>
            <a:pPr>
              <a:defRPr sz="3000" b="1"/>
            </a:pPr>
            <a:r>
              <a:t>IA E DEEPFAKE NAS ELEIÇÕES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92608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Antes do voto, verifique!</a:t>
            </a:r>
          </a:p>
          <a:p>
            <a:pPr>
              <a:defRPr sz="1800"/>
            </a:pPr>
            <a:r>
              <a:t>Nível 3 — 3ª Série do Ensino Médio | Ciências Exatas</a:t>
            </a:r>
          </a:p>
          <a:p>
            <a:pPr>
              <a:defRPr sz="1800"/>
            </a:pPr>
            <a:r>
              <a:t>Integrantes: ______________________________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O PROBLEMA DIGITAL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 Inteligência Artificial permite criar e alterar imagens, vídeos e áudios de forma cada vez mais realista.</a:t>
            </a:r>
          </a:p>
          <a:p>
            <a:pPr>
              <a:spcAft>
                <a:spcPts val="1200"/>
              </a:spcAft>
              <a:defRPr sz="2000"/>
            </a:pPr>
            <a:r>
              <a:t>Em períodos eleitorais, essa tecnologia pode ser usada para produzir conteúdos falsos envolvendo candidatos ou acontecimentos políticos.</a:t>
            </a:r>
          </a:p>
          <a:p>
            <a:pPr>
              <a:spcAft>
                <a:spcPts val="1200"/>
              </a:spcAft>
              <a:defRPr sz="2000"/>
            </a:pPr>
            <a:r>
              <a:t>O conteúdo pode ser confundido com uma informação verdadeira e alcançar muitas pessoas rapidamente.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NOSSO ARTEFATO DIGITAL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Apresentar aqui o exemplo de deepfake/simulação escolhido pelo grupo.</a:t>
            </a:r>
          </a:p>
          <a:p>
            <a:pPr>
              <a:spcAft>
                <a:spcPts val="1200"/>
              </a:spcAft>
              <a:defRPr sz="2000"/>
            </a:pPr>
            <a:r>
              <a:t>Sinais de alerta: fonte desconhecida, contexto suspeito, possível manipulação e ausência de confirmação.</a:t>
            </a:r>
          </a:p>
          <a:p>
            <a:pPr>
              <a:spcAft>
                <a:spcPts val="1200"/>
              </a:spcAft>
              <a:defRPr sz="2000"/>
            </a:pPr>
            <a:r>
              <a:t>Dilema digital: compartilhar rapidamente ou verificar a informação antes de divulgá-la?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JOGO DOS ERROS — VOCÊ CONSEGUIRIA IDENTIFICAR?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🔴 Fonte desconhecida ou não identificada.</a:t>
            </a:r>
          </a:p>
          <a:p>
            <a:pPr>
              <a:spcAft>
                <a:spcPts val="1200"/>
              </a:spcAft>
              <a:defRPr sz="2000"/>
            </a:pPr>
            <a:r>
              <a:t>🔴 Informação sem confirmação em fontes confiáveis.</a:t>
            </a:r>
          </a:p>
          <a:p>
            <a:pPr>
              <a:spcAft>
                <a:spcPts val="1200"/>
              </a:spcAft>
              <a:defRPr sz="2000"/>
            </a:pPr>
            <a:r>
              <a:t>🔴 Conteúdo excessivamente sensacionalista.</a:t>
            </a:r>
          </a:p>
          <a:p>
            <a:pPr>
              <a:spcAft>
                <a:spcPts val="1200"/>
              </a:spcAft>
              <a:defRPr sz="2000"/>
            </a:pPr>
            <a:r>
              <a:t>🔴 Possíveis sinais de edição ou manipulação.</a:t>
            </a:r>
          </a:p>
          <a:p>
            <a:pPr>
              <a:spcAft>
                <a:spcPts val="1200"/>
              </a:spcAft>
              <a:defRPr sz="2000"/>
            </a:pPr>
            <a:r>
              <a:t>🔴 Pressão para compartilhar rapidamente.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DIAGNÓSTICO — COMO O PROBLEMA SE ESPALHA?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IA → criação/manipulação do conteúdo</a:t>
            </a:r>
          </a:p>
          <a:p>
            <a:pPr>
              <a:spcAft>
                <a:spcPts val="1200"/>
              </a:spcAft>
              <a:defRPr sz="2000"/>
            </a:pPr>
            <a:r>
              <a:t>Publicação → conteúdo entra nas plataformas digitais</a:t>
            </a:r>
          </a:p>
          <a:p>
            <a:pPr>
              <a:spcAft>
                <a:spcPts val="1200"/>
              </a:spcAft>
              <a:defRPr sz="2000"/>
            </a:pPr>
            <a:r>
              <a:t>Algoritmos → podem influenciar a distribuição e recomendação</a:t>
            </a:r>
          </a:p>
          <a:p>
            <a:pPr>
              <a:spcAft>
                <a:spcPts val="1200"/>
              </a:spcAft>
              <a:defRPr sz="2000"/>
            </a:pPr>
            <a:r>
              <a:t>Compartilhamentos → aumentam o alcance</a:t>
            </a:r>
          </a:p>
          <a:p>
            <a:pPr>
              <a:spcAft>
                <a:spcPts val="1200"/>
              </a:spcAft>
              <a:defRPr sz="2000"/>
            </a:pPr>
            <a:r>
              <a:t>Viralização → o conteúdo chega a um público maior</a:t>
            </a:r>
          </a:p>
          <a:p>
            <a:pPr>
              <a:spcAft>
                <a:spcPts val="1200"/>
              </a:spcAft>
              <a:defRPr sz="2000"/>
            </a:pPr>
            <a:r>
              <a:t>Impacto social → desinformação e influência sobre decisões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CAUSA RAIZ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Uso indevido de Inteligência Artificial.</a:t>
            </a:r>
          </a:p>
          <a:p>
            <a:pPr>
              <a:spcAft>
                <a:spcPts val="1200"/>
              </a:spcAft>
              <a:defRPr sz="2000"/>
            </a:pPr>
            <a:r>
              <a:t>Busca por engajamento.</a:t>
            </a:r>
          </a:p>
          <a:p>
            <a:pPr>
              <a:spcAft>
                <a:spcPts val="1200"/>
              </a:spcAft>
              <a:defRPr sz="2000"/>
            </a:pPr>
            <a:r>
              <a:t>Falta de verificação das informações.</a:t>
            </a:r>
          </a:p>
          <a:p>
            <a:pPr>
              <a:spcAft>
                <a:spcPts val="1200"/>
              </a:spcAft>
              <a:defRPr sz="2000"/>
            </a:pPr>
            <a:r>
              <a:t>Possível desinformação intencional.</a:t>
            </a:r>
          </a:p>
          <a:p>
            <a:pPr>
              <a:spcAft>
                <a:spcPts val="1200"/>
              </a:spcAft>
              <a:defRPr sz="2000"/>
            </a:pPr>
            <a:r>
              <a:t>Causa central: combinação entre facilidade de manipulação, falta de verificação e velocidade de compartilhamento.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RISCOS SOCIAIS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📰 Informacional: eleitores podem acreditar em informações falsas.</a:t>
            </a:r>
          </a:p>
          <a:p>
            <a:pPr>
              <a:spcAft>
                <a:spcPts val="1200"/>
              </a:spcAft>
              <a:defRPr sz="2000"/>
            </a:pPr>
            <a:r>
              <a:t>💰 Econômico: pessoas, organizações ou campanhas podem sofrer prejuízos.</a:t>
            </a:r>
          </a:p>
          <a:p>
            <a:pPr>
              <a:spcAft>
                <a:spcPts val="1200"/>
              </a:spcAft>
              <a:defRPr sz="2000"/>
            </a:pPr>
            <a:r>
              <a:t>🧠 Emocional: conteúdos manipulados podem provocar fortes reações.</a:t>
            </a:r>
          </a:p>
          <a:p>
            <a:pPr>
              <a:spcAft>
                <a:spcPts val="1200"/>
              </a:spcAft>
              <a:defRPr sz="2000"/>
            </a:pPr>
            <a:r>
              <a:t>👥 Coletivo: pode aumentar conflitos e desconfiança social.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NOSSA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ANTES DO VOTO, VERIFIQUE!</a:t>
            </a:r>
          </a:p>
          <a:p>
            <a:pPr>
              <a:spcAft>
                <a:spcPts val="1200"/>
              </a:spcAft>
              <a:defRPr sz="2000"/>
            </a:pPr>
            <a:r>
              <a:t>1. PARE — não compartilhe imediatamente.</a:t>
            </a:r>
          </a:p>
          <a:p>
            <a:pPr>
              <a:spcAft>
                <a:spcPts val="1200"/>
              </a:spcAft>
              <a:defRPr sz="2000"/>
            </a:pPr>
            <a:r>
              <a:t>2. VERIFIQUE — confira fonte e data.</a:t>
            </a:r>
          </a:p>
          <a:p>
            <a:pPr>
              <a:spcAft>
                <a:spcPts val="1200"/>
              </a:spcAft>
              <a:defRPr sz="2000"/>
            </a:pPr>
            <a:r>
              <a:t>3. COMPARE — procure confirmação em fontes confiáveis.</a:t>
            </a:r>
          </a:p>
          <a:p>
            <a:pPr>
              <a:spcAft>
                <a:spcPts val="1200"/>
              </a:spcAft>
              <a:defRPr sz="2000"/>
            </a:pPr>
            <a:r>
              <a:t>4. ANALISE — observe sinais de manipulação.</a:t>
            </a:r>
          </a:p>
          <a:p>
            <a:pPr>
              <a:spcAft>
                <a:spcPts val="1200"/>
              </a:spcAft>
              <a:defRPr sz="2000"/>
            </a:pPr>
            <a:r>
              <a:t>5. COMPARTILHE COM RESPONSABILIDADE.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CAMPANHA DIGITAL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Objetivo: conscientizar usuários de redes sociais e eleitores sobre os riscos de deepfakes durante períodos eleitorais.</a:t>
            </a:r>
          </a:p>
          <a:p>
            <a:pPr>
              <a:spcAft>
                <a:spcPts val="1200"/>
              </a:spcAft>
              <a:defRPr sz="2000"/>
            </a:pPr>
            <a:r>
              <a:t>Público-alvo: usuários de redes sociais e eleitores, especialmente jovens.</a:t>
            </a:r>
          </a:p>
          <a:p>
            <a:pPr>
              <a:spcAft>
                <a:spcPts val="1200"/>
              </a:spcAft>
              <a:defRPr sz="2000"/>
            </a:pPr>
            <a:r>
              <a:t>Mensagem: antes de acreditar ou compartilhar um conteúdo eleitoral, verifique a fonte e procure confirmação.</a:t>
            </a:r>
          </a:p>
          <a:p>
            <a:pPr>
              <a:spcAft>
                <a:spcPts val="1200"/>
              </a:spcAft>
              <a:defRPr sz="2000"/>
            </a:pPr>
            <a:r>
              <a:t>Slogan: “A IA pode criar uma mentira. A informação precisa ser verificada.”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ORGANIZAÇÃO DO GRUPO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Pesquisa / análise: ______________________________</a:t>
            </a:r>
          </a:p>
          <a:p>
            <a:pPr>
              <a:spcAft>
                <a:spcPts val="1200"/>
              </a:spcAft>
              <a:defRPr sz="2000"/>
            </a:pPr>
            <a:r>
              <a:t>Relatório técnico: ______________________________</a:t>
            </a:r>
          </a:p>
          <a:p>
            <a:pPr>
              <a:spcAft>
                <a:spcPts val="1200"/>
              </a:spcAft>
              <a:defRPr sz="2000"/>
            </a:pPr>
            <a:r>
              <a:t>Campanha digital: ______________________________</a:t>
            </a:r>
          </a:p>
          <a:p>
            <a:pPr>
              <a:spcAft>
                <a:spcPts val="1200"/>
              </a:spcAft>
              <a:defRPr sz="2000"/>
            </a:pPr>
            <a:r>
              <a:t>Slides / design: ______________________________</a:t>
            </a:r>
          </a:p>
          <a:p>
            <a:pPr>
              <a:spcAft>
                <a:spcPts val="1200"/>
              </a:spcAft>
              <a:defRPr sz="2000"/>
            </a:pPr>
            <a:r>
              <a:t>Apresentação: ______________________________</a:t>
            </a:r>
          </a:p>
          <a:p>
            <a:pPr>
              <a:spcAft>
                <a:spcPts val="1200"/>
              </a:spcAft>
              <a:defRPr sz="2000"/>
            </a:pPr>
            <a:r>
              <a:t>Todos participaram da construção e das decisões do grupo.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 IA pode ser utilizada para gerar ou alterar conteúdos digitais.</a:t>
            </a:r>
          </a:p>
          <a:p>
            <a:pPr>
              <a:spcAft>
                <a:spcPts val="1200"/>
              </a:spcAft>
              <a:defRPr sz="2000"/>
            </a:pPr>
            <a:r>
              <a:t>No contexto eleitoral, deepfakes podem ampliar a desinformação e gerar impactos sociais.</a:t>
            </a:r>
          </a:p>
          <a:p>
            <a:pPr>
              <a:spcAft>
                <a:spcPts val="1200"/>
              </a:spcAft>
              <a:defRPr sz="2000"/>
            </a:pPr>
            <a:r>
              <a:t>Verificar fontes, pensar criticamente e agir com responsabilidade são formas de reduzir os riscos.</a:t>
            </a:r>
          </a:p>
          <a:p>
            <a:pPr>
              <a:spcAft>
                <a:spcPts val="1200"/>
              </a:spcAft>
              <a:defRPr sz="2000"/>
            </a:pPr>
            <a:r>
              <a:t>Mensagem final: PARE. VERIFIQUE. PENSE. COMPARTILHE.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